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ADAPTIVE RENDERING ENGINE</a:t>
            </a:r>
          </a:p>
          <a:p>
            <a:pPr algn="ctr"/>
            <a:r>
              <a:rPr sz="1800" b="0" i="1">
                <a:solidFill>
                  <a:srgbClr val="EAF1FB"/>
                </a:solidFill>
                <a:latin typeface="Calibri"/>
              </a:rPr>
              <a:t>A Runtime that Selects the Optimal Web Rendering Strategy per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 i="0">
                <a:solidFill>
                  <a:srgbClr val="EAF1FB"/>
                </a:solidFill>
                <a:latin typeface="Calibri"/>
              </a:rPr>
              <a:t>Mid-Term Project Presentation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EAF1FB"/>
                </a:solidFill>
                <a:latin typeface="Calibri"/>
              </a:rPr>
              <a:t>Submitted by</a:t>
            </a:r>
          </a:p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Bijay Bk (220305)   •   Devendra Pandey (220306)</a:t>
            </a:r>
          </a:p>
          <a:p>
            <a:pPr algn="ctr">
              <a:spcAft>
                <a:spcPts val="1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Manish Joshi (220312)   •   Pramod Panta (220317)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EAF1FB"/>
                </a:solidFill>
                <a:latin typeface="Calibri"/>
              </a:rPr>
              <a:t>Under the Supervision of</a:t>
            </a:r>
          </a:p>
          <a:p>
            <a:pPr algn="ctr">
              <a:spcAft>
                <a:spcPts val="1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Er. Robinhood Khadka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AF1FB"/>
                </a:solidFill>
                <a:latin typeface="Calibri"/>
              </a:rPr>
              <a:t>Department of ICT and Computer Engineering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AF1FB"/>
                </a:solidFill>
                <a:latin typeface="Calibri"/>
              </a:rPr>
              <a:t>Cosmos College of Management &amp; Technology (Affiliated to Pokhara University)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AF1FB"/>
                </a:solidFill>
                <a:latin typeface="Calibri"/>
              </a:rPr>
              <a:t>Bachelor of Engineering in Computer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The Adaptive Rendering Engine (ARE) is a runtime that automatically selects the best web rendering strategy for every request.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It chooses among six strategies: SSG, SSR, Streaming SSR, ISR, CSR and simulated Edge-ISR.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The decision is based on live context: network speed, device type, cache freshness, server load and data volatility.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Built as technology (an engine) — not an application — using only open-source tools at zero budget.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Runs locally on a Docker-based private server; no commercial cloud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Frameworks like Next.js and Remix support many rendering strategies …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    –  but the strategy is fixed by the developer at build time.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    –  the same strategy is applied to every user, regardless of context.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Poor, static choices lead to: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    –  high Time-to-First-Byte (TTFB) and excessive JavaScript hydration;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    –  increased server load and poor experience on low-end devices.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Core problem: there is no automated system that selects the optimal rendering strategy at runtime based on real-time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General Objective: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    –  Design, implement and evaluate an engine that selects rendering strategies at runtime to optimise web performance.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Specific Objectives: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    –  Define the contextual variables (network, load, device, cache, volatility).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    –  Build a pure, rule-based decision engine mapping context → strategy.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    –  Implement six modular strategies behind one interface.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    –  Measure TTFB, render time, response size, cache efficiency, resources.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    –  Compare adaptive vs. static rendering on a Docker private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371600"/>
            <a:ext cx="7498079" cy="46686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131655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Calibri"/>
              </a:rPr>
              <a:t>Origin + two edge nodes + reverse proxy + shared cache on one private Docker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Decision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decis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4059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5544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Pure, deterministic function.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No I/O — fully unit-testable.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Rules evaluated top-to-bottom.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First match wins.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Unconditional fallback → SSR.</a:t>
            </a:r>
          </a:p>
          <a:p>
            <a:pPr>
              <a:spcAft>
                <a:spcPts val="14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All 9 rules covered by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Rendering Pipeline &amp;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renderin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17320"/>
            <a:ext cx="9509760" cy="3446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212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•  SSG – pre-built HTML  •  SSR – fresh per request  •  Streaming SSR – shell first, stream the rest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•  ISR – cached + revalidate  •  CSR – client renders  •  Edge-ISR – cached at the 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Technology Stack &amp; Private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Language &amp; runtime: Node.js 20+ with TypeScript.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View layer: React 18 (SSR, streaming, hydration) — used as the rendering primitive.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Server: native Node HTTP (the engine is the runtime; no framework lock-in).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Tooling: esbuild (client bundle), Vitest (tests), Apache Bench (load).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Caching: filesystem + memory + optional Redis (shared edge cache).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Private server: Docker Compose — origin + 2 edge nodes + nginx proxy + Redis.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Progress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Core runtime complete: context analyzer, decision engine, strategy registry, orchestrator.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All six rendering strategy modules implemented behind one interface.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Three-tier caching with stale-while-revalidate; metrics + report generator.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React test pages + esbuild client bundle (hydration / CSR).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Multi-stage Docker image builds and runs; compose topology defined.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Validation scripts for strategy switching, header inspection and load testing.</a:t>
            </a:r>
          </a:p>
          <a:p>
            <a:pPr>
              <a:spcAft>
                <a:spcPts val="900"/>
              </a:spcAft>
            </a:pPr>
            <a:r>
              <a:rPr sz="1900" b="0" i="0">
                <a:solidFill>
                  <a:srgbClr val="262626"/>
                </a:solidFill>
                <a:latin typeface="Calibri"/>
              </a:rPr>
              <a:t>•  Status: compiles cleanly, 14/14 unit tests pass, runs and verified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Preliminary Results — Strategy Switching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83767" y="137160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Request context (headers)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static volatility, /static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SSG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SSG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realtime + fast + desktop, /dynamic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CSR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CSR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high load, /dynamic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ISR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ISR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realtime + mobile, /dynamic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heavy payload + medium net, /heavy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STREAMING_SSR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STREAMING_SSR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static + edge + cold cache, /dynamic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EDGE_ISR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EDGE_ISR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periodic, /dynamic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ISR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ISR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2E75B6"/>
                </a:solidFill>
                <a:latin typeface="Calibri"/>
              </a:rPr>
              <a:t>Same URLs, only headers changed → six different strategies, each matching the expected rule.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Preliminary Results —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49527" y="1371600"/>
          <a:ext cx="9692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194560"/>
                <a:gridCol w="146304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Avg TTFB (ms)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Avg Render (ms)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Cache-hit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Avg Bytes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SSG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1,199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CSR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ISR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1,219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SSR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Streaming SSR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8.36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20,896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Edge-ISR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Calibri"/>
                        </a:rPr>
                        <a:t>1,234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Calibri"/>
              </a:rPr>
              <a:t>Trade-offs confirmed: CSR ships the smallest shell (~0.4 KB), Streaming SSR the largest heavy page (~20 KB); cached strategies (SSG/ISR/Edge-ISR) hit 1.0 with very low TTFB.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2327" y="137160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8521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Solution Adopted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Non-ASCII in HTTP headers caused errors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Sanitise header to ASCII; keep full text in logs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nginx cannot inject edge latency natively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Model edges as real service replicas with latency + self-ID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Streaming SSR must not be buffered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Pipe a Node stream directly to the response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SSG selectable only when cache warm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Pre-build static pages on server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Docker Compose plugin missing on host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Verified via docker build/run; documented one-line install</a:t>
                      </a:r>
                    </a:p>
                  </a:txBody>
                  <a:tcPr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Remaining Work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Install Docker Compose; run the full origin + edge + proxy + Redis stack.  (Week 9–10)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Network-condition &amp; device experiments — 2G/3G/4G, mobile/desktop.  (Week 11–12)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Load testing with Apache Bench; cold-vs-warm cache experiments.  (Week 12–13)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Adaptive-vs-static comparative benchmarking and statistical analysis.  (Week 13–14)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262626"/>
                </a:solidFill>
                <a:latin typeface="Calibri"/>
              </a:rPr>
              <a:t>•  Graphs, results interpretation and final report.  (Week 14–16)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Calibri"/>
              </a:rPr>
              <a:t>Adaptive Rendering Engine  |  Mid-Term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The ARE has moved from design to a working, locally verifiable runtime.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It analyses request context and selects one of six strategies via a pure decision engine.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Functional correctness shown by live strategy switching and passing unit tests.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Preliminary metrics confirm the expected performance trade-offs.</a:t>
            </a:r>
          </a:p>
          <a:p>
            <a:pPr>
              <a:spcAft>
                <a:spcPts val="14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•  Foundation is solid; remaining work (full experimentation &amp; analysis) is on schedule.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3611880"/>
            <a:ext cx="3959352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/>
            <a:r>
              <a:rPr sz="2200" b="0" i="1">
                <a:solidFill>
                  <a:srgbClr val="EAF1FB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